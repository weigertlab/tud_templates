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9"/>
  </p:notesMasterIdLst>
  <p:handoutMasterIdLst>
    <p:handoutMasterId r:id="rId10"/>
  </p:handoutMasterIdLst>
  <p:sldIdLst>
    <p:sldId id="288" r:id="rId3"/>
    <p:sldId id="283" r:id="rId4"/>
    <p:sldId id="269" r:id="rId5"/>
    <p:sldId id="296" r:id="rId6"/>
    <p:sldId id="297" r:id="rId7"/>
    <p:sldId id="29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7B2"/>
    <a:srgbClr val="00008C"/>
    <a:srgbClr val="0A777F"/>
    <a:srgbClr val="FFB9FF"/>
    <a:srgbClr val="323F4B"/>
    <a:srgbClr val="FFFFFF"/>
    <a:srgbClr val="000000"/>
    <a:srgbClr val="00005A"/>
    <a:srgbClr val="97C6FF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8" autoAdjust="0"/>
    <p:restoredTop sz="95137" autoAdjust="0"/>
  </p:normalViewPr>
  <p:slideViewPr>
    <p:cSldViewPr snapToGrid="0" showGuides="1">
      <p:cViewPr varScale="1">
        <p:scale>
          <a:sx n="127" d="100"/>
          <a:sy n="127" d="100"/>
        </p:scale>
        <p:origin x="21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ctr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5D02FEA-00EB-4082-A807-B206A826D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04813"/>
            <a:ext cx="6407427" cy="6477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1052513"/>
            <a:ext cx="5378450" cy="4572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>
            <a:lvl1pPr>
              <a:defRPr sz="3000" b="1">
                <a:latin typeface="+mj-lt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848" y="655830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184173" y="654811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Towards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General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Artificial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Jane Doe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9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330852"/>
            <a:ext cx="10972800" cy="2196296"/>
          </a:xfrm>
        </p:spPr>
        <p:txBody>
          <a:bodyPr/>
          <a:lstStyle/>
          <a:p>
            <a:pPr algn="ctr"/>
            <a:r>
              <a:rPr lang="de-DE" dirty="0" err="1"/>
              <a:t>Towards</a:t>
            </a:r>
            <a:r>
              <a:rPr lang="de-DE" dirty="0"/>
              <a:t> General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24377"/>
            <a:ext cx="10972800" cy="1404937"/>
          </a:xfrm>
        </p:spPr>
        <p:txBody>
          <a:bodyPr/>
          <a:lstStyle/>
          <a:p>
            <a:pPr algn="ctr"/>
            <a:r>
              <a:rPr lang="en-US" dirty="0"/>
              <a:t>Jane Doe</a:t>
            </a:r>
          </a:p>
          <a:p>
            <a:pPr algn="ctr"/>
            <a:r>
              <a:rPr lang="en-US" dirty="0"/>
              <a:t>{</a:t>
            </a:r>
            <a:r>
              <a:rPr lang="en-US" dirty="0" err="1"/>
              <a:t>Project|Bachelor|Master</a:t>
            </a:r>
            <a:r>
              <a:rPr lang="en-US" dirty="0"/>
              <a:t>} Presentation</a:t>
            </a:r>
          </a:p>
          <a:p>
            <a:pPr algn="ctr"/>
            <a:r>
              <a:rPr lang="en-US" dirty="0"/>
              <a:t>01.01.2028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824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E8F6C8-3424-434A-977D-2E381AC6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8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CED5FB3-8332-4F4F-B270-4318C6A3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</p:spPr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2E3B78-94C3-457E-8B56-D385B83F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</a:p>
          <a:p>
            <a:pPr lvl="1"/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  <a:p>
            <a:pPr lvl="2"/>
            <a:r>
              <a:rPr lang="de-DE" dirty="0"/>
              <a:t>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</a:p>
          <a:p>
            <a:pPr lvl="2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</a:p>
          <a:p>
            <a:pPr lvl="2"/>
            <a:r>
              <a:rPr lang="de-DE" dirty="0"/>
              <a:t>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sanctus </a:t>
            </a:r>
            <a:r>
              <a:rPr lang="de-DE" dirty="0" err="1"/>
              <a:t>est</a:t>
            </a:r>
            <a:r>
              <a:rPr lang="de-DE" dirty="0"/>
              <a:t> </a:t>
            </a:r>
          </a:p>
        </p:txBody>
      </p:sp>
      <p:pic>
        <p:nvPicPr>
          <p:cNvPr id="42" name="Bildplatzhalter 41">
            <a:extLst>
              <a:ext uri="{FF2B5EF4-FFF2-40B4-BE49-F238E27FC236}">
                <a16:creationId xmlns:a16="http://schemas.microsoft.com/office/drawing/2014/main" id="{1355F838-E674-44A8-A8CE-10F48B80B35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9" r="11399"/>
          <a:stretch/>
        </p:blipFill>
        <p:spPr>
          <a:xfrm>
            <a:off x="6610662" y="1123371"/>
            <a:ext cx="4971738" cy="4824992"/>
          </a:xfrm>
        </p:spPr>
      </p:pic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3394754F-D707-467F-A1D8-D73DA5031C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0662" y="5861625"/>
            <a:ext cx="5378449" cy="433387"/>
          </a:xfrm>
        </p:spPr>
        <p:txBody>
          <a:bodyPr/>
          <a:lstStyle/>
          <a:p>
            <a:r>
              <a:rPr lang="de-DE" sz="12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Caption and © Copyright</a:t>
            </a:r>
            <a:endParaRPr lang="en-US" sz="1200" dirty="0">
              <a:latin typeface="Noto Serif" panose="02020502060505020204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98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477C-E548-2C48-A566-9E11F616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6974554-9500-BB8B-BBF0-24F547E7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6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FD77-78A1-4C63-9F03-164582BB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574A4F-B542-2FA7-4DE7-0229A0D6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3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2FE7-B305-716E-142D-17B14497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D9759-F23B-386F-BCAA-8463ED1A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11171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18485E54-8ED4-47A9-ACF2-73424D9E83A4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5E1DE321-F8B4-41F1-A5C4-0CFE840BF30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TUD Standard_20 pt</Template>
  <TotalTime>34</TotalTime>
  <Words>97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Noto Sans</vt:lpstr>
      <vt:lpstr>Noto Sans Medium</vt:lpstr>
      <vt:lpstr>Noto Serif</vt:lpstr>
      <vt:lpstr>Open Sans</vt:lpstr>
      <vt:lpstr>Symbol</vt:lpstr>
      <vt:lpstr>TUD Standard_20 pt</vt:lpstr>
      <vt:lpstr>Seiten mit Shape variabel</vt:lpstr>
      <vt:lpstr>Towards General Artificial Intelligence</vt:lpstr>
      <vt:lpstr>Introduction</vt:lpstr>
      <vt:lpstr>Background</vt:lpstr>
      <vt:lpstr>Methods</vt:lpstr>
      <vt:lpstr>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Weigert, Martin</dc:creator>
  <cp:lastModifiedBy>Weigert, Martin</cp:lastModifiedBy>
  <cp:revision>9</cp:revision>
  <dcterms:created xsi:type="dcterms:W3CDTF">2026-08-20T22:22:37Z</dcterms:created>
  <dcterms:modified xsi:type="dcterms:W3CDTF">2026-10-21T12:04:03Z</dcterms:modified>
</cp:coreProperties>
</file>